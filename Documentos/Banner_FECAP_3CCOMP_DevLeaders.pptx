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VwM5Vc74pvVQttZR2xo12FSB7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625945" y="7281211"/>
            <a:ext cx="9944143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16" y="17901908"/>
            <a:ext cx="9964000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770426" y="37558339"/>
            <a:ext cx="5607114" cy="564029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PROJETO MAYA RPG- DEV LEADERS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27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Luiz Henrique, Lúcio Vecchio, Gustavo Felizardo Pires e Gustavo Diniz Froes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 Victor Rosetti, Rodrigo da Rosa, Katia Bossi e Marco Aurélio</a:t>
            </a:r>
            <a:endParaRPr sz="255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t/>
            </a:r>
            <a:endParaRPr sz="476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53293" y="15839628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4834618" y="23069679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79750" y="31719850"/>
            <a:ext cx="11122200" cy="7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BELINE, A. C.; SILVA, M. G. O impacto da digitalização e da tecnologia na gestão de clínicas de fisioterapia: uma revisão sistemática. Revista Brasileira de Gestão e Saúde, São Paulo, v. 12, n. 2, p. 45-60, 2024. 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SBIS. Sociedade Brasileira de Informática em Saúde. Manual de Certificação para Sistemas de Registro Eletrônico de Saúde (SRES). Versão 4.2. Campinas: SBIS, 2021. 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5" y="31719850"/>
            <a:ext cx="1256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645582" y="11010547"/>
            <a:ext cx="12562800" cy="57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Aa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 clinica Maya Yoshiko Yamamoto é especializada em Reeducação Postural Global (RPG), técnica fisioterapêutica que trata desequilíbrios posturais de forma global e integrada. Atualmente, o acompanhamento dos pacientes ocorre de forma dispersa: por mensagens, registros não padronizados e controles manuais, o que dificulta a rastreabilidade dos prontuários, o planejamento de exercícios domiciliares e o monitoramento da evolução clínica</a:t>
            </a:r>
            <a:endParaRPr sz="51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088013" y="21277625"/>
            <a:ext cx="13677900" cy="9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resolver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essa nessidade real, o grupo DevLeaders desenvolve o Sistema Maya Yamamoto RPG: uma solução digital integrada composta por três módulos complementares: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Aplicativo Mobile (paciente)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permite ao paciente acessar o plano de exercícios prescrito (com vídeos e imagens), registrar a execução das atividades, acompanhar sua própria evolução e receber lembretes de rotina.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Módulo Web (profissional/admin)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painel completo para a fisioterapeuta gerenciar pacientes, abrir e consultar prontuários eletrônicos, cadastrar exercícios, realizar prescrições individualizadas e acompanhar indicadores de adesão e evolução.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Backend (API REST) + Banco de Dados</a:t>
            </a:r>
            <a:r>
              <a:rPr lang="en-US" sz="34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: camada de serviços responsável pela autenticação, regras de negócio, persistência dos dados e integração entre o aplicativo mobile e o módulo web.</a:t>
            </a:r>
            <a:endParaRPr sz="3400">
              <a:solidFill>
                <a:schemeClr val="dk1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617816" y="10880630"/>
            <a:ext cx="11904300" cy="6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chegada da nova plataforma tecnológica na clínica da Dra. Maya Yamamoto marca uma nova fase de eficiência e modernidade. O foco está em simplificar a jornada do paciente  desde a marcação da consulta até o acesso ao prontuário eletrônico.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Essa integração digital permite um diálogo muito mais fluido e um suporte contínuo, elevando a qualidade da assistência prestada. É um passo estratégico que une segurança de dados, organização impecável e consciência ambiental.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714839" y="24195810"/>
            <a:ext cx="1165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 title="jav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5525" y="31858650"/>
            <a:ext cx="3026550" cy="30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android-studio-ic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4600" y="32207400"/>
            <a:ext cx="2785800" cy="2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nodejs-logo-svgrepo-co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21863" y="3216327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09750" y="35438850"/>
            <a:ext cx="2335050" cy="23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title="download (1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05531" y="35296156"/>
            <a:ext cx="3026550" cy="30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 title="cs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609600" y="35317250"/>
            <a:ext cx="2335050" cy="23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"/>
          <p:cNvSpPr txBox="1"/>
          <p:nvPr/>
        </p:nvSpPr>
        <p:spPr>
          <a:xfrm>
            <a:off x="16877800" y="19243588"/>
            <a:ext cx="8877300" cy="3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FALTA AS 2 IMAGENS, 1 DO APP E 1 DO PAINEL WEB</a:t>
            </a:r>
            <a:endParaRPr sz="6098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