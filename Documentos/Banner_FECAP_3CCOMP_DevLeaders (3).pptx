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</p:sldIdLst>
  <p:sldSz cy="43200000" cx="28800000"/>
  <p:notesSz cx="6858000" cy="9144000"/>
  <p:embeddedFontLst>
    <p:embeddedFont>
      <p:font typeface="Open Sans"/>
      <p:regular r:id="rId8"/>
      <p:bold r:id="rId9"/>
      <p:italic r:id="rId10"/>
      <p:boldItalic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3606">
          <p15:clr>
            <a:srgbClr val="747775"/>
          </p15:clr>
        </p15:guide>
        <p15:guide id="2" pos="907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606" orient="horz"/>
        <p:guide pos="907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font" Target="fonts/OpenSans-boldItalic.fntdata"/><Relationship Id="rId10" Type="http://schemas.openxmlformats.org/officeDocument/2006/relationships/font" Target="fonts/OpenSans-italic.fntdata"/><Relationship Id="rId9" Type="http://schemas.openxmlformats.org/officeDocument/2006/relationships/font" Target="fonts/OpenSans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font" Target="fonts/OpenSans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86309" y="685800"/>
            <a:ext cx="228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0c1876bac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7" name="Google Shape;127;g3e0c1876bac_2_75:notes"/>
          <p:cNvSpPr/>
          <p:nvPr>
            <p:ph idx="2" type="sldImg"/>
          </p:nvPr>
        </p:nvSpPr>
        <p:spPr>
          <a:xfrm>
            <a:off x="1143189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981759" y="6253648"/>
            <a:ext cx="26836500" cy="17240400"/>
          </a:xfrm>
          <a:prstGeom prst="rect">
            <a:avLst/>
          </a:prstGeom>
        </p:spPr>
        <p:txBody>
          <a:bodyPr anchorCtr="0" anchor="b" bIns="383925" lIns="383925" spcFirstLastPara="1" rIns="383925" wrap="square" tIns="383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1pPr>
            <a:lvl2pPr lvl="1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2pPr>
            <a:lvl3pPr lvl="2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3pPr>
            <a:lvl4pPr lvl="3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4pPr>
            <a:lvl5pPr lvl="4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5pPr>
            <a:lvl6pPr lvl="5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6pPr>
            <a:lvl7pPr lvl="6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7pPr>
            <a:lvl8pPr lvl="7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8pPr>
            <a:lvl9pPr lvl="8" algn="ctr">
              <a:spcBef>
                <a:spcPts val="0"/>
              </a:spcBef>
              <a:spcAft>
                <a:spcPts val="0"/>
              </a:spcAft>
              <a:buSzPts val="21837"/>
              <a:buNone/>
              <a:defRPr sz="21837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981732" y="23803675"/>
            <a:ext cx="26836500" cy="66576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981732" y="18064882"/>
            <a:ext cx="26836500" cy="70695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1pPr>
            <a:lvl2pPr lvl="1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2pPr>
            <a:lvl3pPr lvl="2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3pPr>
            <a:lvl4pPr lvl="3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4pPr>
            <a:lvl5pPr lvl="4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5pPr>
            <a:lvl6pPr lvl="5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6pPr>
            <a:lvl7pPr lvl="6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7pPr>
            <a:lvl8pPr lvl="7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8pPr>
            <a:lvl9pPr lvl="8" algn="ctr">
              <a:spcBef>
                <a:spcPts val="0"/>
              </a:spcBef>
              <a:spcAft>
                <a:spcPts val="0"/>
              </a:spcAft>
              <a:buSzPts val="15118"/>
              <a:buNone/>
              <a:defRPr sz="15118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981732" y="3737743"/>
            <a:ext cx="26836500" cy="48093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1pPr>
            <a:lvl2pPr lvl="1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2pPr>
            <a:lvl3pPr lvl="2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3pPr>
            <a:lvl4pPr lvl="3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4pPr>
            <a:lvl5pPr lvl="4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5pPr>
            <a:lvl6pPr lvl="5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6pPr>
            <a:lvl7pPr lvl="6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7pPr>
            <a:lvl8pPr lvl="7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8pPr>
            <a:lvl9pPr lvl="8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981732" y="9679580"/>
            <a:ext cx="26836500" cy="286941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708600" lvl="0" marL="457200">
              <a:spcBef>
                <a:spcPts val="0"/>
              </a:spcBef>
              <a:spcAft>
                <a:spcPts val="0"/>
              </a:spcAft>
              <a:buSzPts val="7559"/>
              <a:buChar char="●"/>
              <a:defRPr sz="7559"/>
            </a:lvl1pPr>
            <a:lvl2pPr indent="-601934" lvl="1" marL="9144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2pPr>
            <a:lvl3pPr indent="-601934" lvl="2" marL="13716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3pPr>
            <a:lvl4pPr indent="-601934" lvl="3" marL="18288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4pPr>
            <a:lvl5pPr indent="-601934" lvl="4" marL="22860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5pPr>
            <a:lvl6pPr indent="-601934" lvl="5" marL="27432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6pPr>
            <a:lvl7pPr indent="-601934" lvl="6" marL="32004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7pPr>
            <a:lvl8pPr indent="-601934" lvl="7" marL="36576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8pPr>
            <a:lvl9pPr indent="-601934" lvl="8" marL="41148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981732" y="3737743"/>
            <a:ext cx="26836500" cy="48093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1pPr>
            <a:lvl2pPr lvl="1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2pPr>
            <a:lvl3pPr lvl="2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3pPr>
            <a:lvl4pPr lvl="3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4pPr>
            <a:lvl5pPr lvl="4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5pPr>
            <a:lvl6pPr lvl="5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6pPr>
            <a:lvl7pPr lvl="6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7pPr>
            <a:lvl8pPr lvl="7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8pPr>
            <a:lvl9pPr lvl="8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981732" y="9679580"/>
            <a:ext cx="12598200" cy="286941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601934" lvl="0" marL="4572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1pPr>
            <a:lvl2pPr indent="-548600" lvl="1" marL="9144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2pPr>
            <a:lvl3pPr indent="-548600" lvl="2" marL="13716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3pPr>
            <a:lvl4pPr indent="-548600" lvl="3" marL="18288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4pPr>
            <a:lvl5pPr indent="-548600" lvl="4" marL="22860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5pPr>
            <a:lvl6pPr indent="-548600" lvl="5" marL="27432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6pPr>
            <a:lvl7pPr indent="-548600" lvl="6" marL="32004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7pPr>
            <a:lvl8pPr indent="-548600" lvl="7" marL="36576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8pPr>
            <a:lvl9pPr indent="-548600" lvl="8" marL="41148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15220157" y="9679580"/>
            <a:ext cx="12598200" cy="286941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601934" lvl="0" marL="4572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1pPr>
            <a:lvl2pPr indent="-548600" lvl="1" marL="9144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2pPr>
            <a:lvl3pPr indent="-548600" lvl="2" marL="13716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3pPr>
            <a:lvl4pPr indent="-548600" lvl="3" marL="18288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4pPr>
            <a:lvl5pPr indent="-548600" lvl="4" marL="22860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5pPr>
            <a:lvl6pPr indent="-548600" lvl="5" marL="27432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6pPr>
            <a:lvl7pPr indent="-548600" lvl="6" marL="32004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7pPr>
            <a:lvl8pPr indent="-548600" lvl="7" marL="36576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8pPr>
            <a:lvl9pPr indent="-548600" lvl="8" marL="41148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981732" y="3737743"/>
            <a:ext cx="26836500" cy="48093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1pPr>
            <a:lvl2pPr lvl="1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2pPr>
            <a:lvl3pPr lvl="2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3pPr>
            <a:lvl4pPr lvl="3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4pPr>
            <a:lvl5pPr lvl="4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5pPr>
            <a:lvl6pPr lvl="5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6pPr>
            <a:lvl7pPr lvl="6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7pPr>
            <a:lvl8pPr lvl="7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8pPr>
            <a:lvl9pPr lvl="8">
              <a:spcBef>
                <a:spcPts val="0"/>
              </a:spcBef>
              <a:spcAft>
                <a:spcPts val="0"/>
              </a:spcAft>
              <a:buSzPts val="11759"/>
              <a:buNone/>
              <a:defRPr sz="11759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981732" y="4666457"/>
            <a:ext cx="8844000" cy="6347700"/>
          </a:xfrm>
          <a:prstGeom prst="rect">
            <a:avLst/>
          </a:prstGeom>
        </p:spPr>
        <p:txBody>
          <a:bodyPr anchorCtr="0" anchor="b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1pPr>
            <a:lvl2pPr lvl="1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2pPr>
            <a:lvl3pPr lvl="2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3pPr>
            <a:lvl4pPr lvl="3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4pPr>
            <a:lvl5pPr lvl="4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5pPr>
            <a:lvl6pPr lvl="5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6pPr>
            <a:lvl7pPr lvl="6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7pPr>
            <a:lvl8pPr lvl="7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8pPr>
            <a:lvl9pPr lvl="8">
              <a:spcBef>
                <a:spcPts val="0"/>
              </a:spcBef>
              <a:spcAft>
                <a:spcPts val="0"/>
              </a:spcAft>
              <a:buSzPts val="10079"/>
              <a:buNone/>
              <a:defRPr sz="10079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981732" y="11671181"/>
            <a:ext cx="8844000" cy="267042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548600" lvl="0" marL="4572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1pPr>
            <a:lvl2pPr indent="-548600" lvl="1" marL="9144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2pPr>
            <a:lvl3pPr indent="-548600" lvl="2" marL="13716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3pPr>
            <a:lvl4pPr indent="-548600" lvl="3" marL="18288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4pPr>
            <a:lvl5pPr indent="-548600" lvl="4" marL="22860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5pPr>
            <a:lvl6pPr indent="-548600" lvl="5" marL="27432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6pPr>
            <a:lvl7pPr indent="-548600" lvl="6" marL="3200400">
              <a:spcBef>
                <a:spcPts val="0"/>
              </a:spcBef>
              <a:spcAft>
                <a:spcPts val="0"/>
              </a:spcAft>
              <a:buSzPts val="5039"/>
              <a:buChar char="●"/>
              <a:defRPr sz="5039"/>
            </a:lvl7pPr>
            <a:lvl8pPr indent="-548600" lvl="7" marL="3657600">
              <a:spcBef>
                <a:spcPts val="0"/>
              </a:spcBef>
              <a:spcAft>
                <a:spcPts val="0"/>
              </a:spcAft>
              <a:buSzPts val="5039"/>
              <a:buChar char="○"/>
              <a:defRPr sz="5039"/>
            </a:lvl8pPr>
            <a:lvl9pPr indent="-548600" lvl="8" marL="4114800">
              <a:spcBef>
                <a:spcPts val="0"/>
              </a:spcBef>
              <a:spcAft>
                <a:spcPts val="0"/>
              </a:spcAft>
              <a:buSzPts val="5039"/>
              <a:buChar char="■"/>
              <a:defRPr sz="5039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1544094" y="3780787"/>
            <a:ext cx="20056200" cy="343578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1pPr>
            <a:lvl2pPr lvl="1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2pPr>
            <a:lvl3pPr lvl="2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3pPr>
            <a:lvl4pPr lvl="3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4pPr>
            <a:lvl5pPr lvl="4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5pPr>
            <a:lvl6pPr lvl="5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6pPr>
            <a:lvl7pPr lvl="6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7pPr>
            <a:lvl8pPr lvl="7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8pPr>
            <a:lvl9pPr lvl="8">
              <a:spcBef>
                <a:spcPts val="0"/>
              </a:spcBef>
              <a:spcAft>
                <a:spcPts val="0"/>
              </a:spcAft>
              <a:buSzPts val="20157"/>
              <a:buNone/>
              <a:defRPr sz="20157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4400000" y="-1050"/>
            <a:ext cx="14400000" cy="432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383925" lIns="383925" spcFirstLastPara="1" rIns="383925" wrap="square" tIns="383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836220" y="10357375"/>
            <a:ext cx="12740700" cy="12449700"/>
          </a:xfrm>
          <a:prstGeom prst="rect">
            <a:avLst/>
          </a:prstGeom>
        </p:spPr>
        <p:txBody>
          <a:bodyPr anchorCtr="0" anchor="b" bIns="383925" lIns="383925" spcFirstLastPara="1" rIns="383925" wrap="square" tIns="383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1pPr>
            <a:lvl2pPr lvl="1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2pPr>
            <a:lvl3pPr lvl="2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3pPr>
            <a:lvl4pPr lvl="3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4pPr>
            <a:lvl5pPr lvl="4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5pPr>
            <a:lvl6pPr lvl="5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6pPr>
            <a:lvl7pPr lvl="6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7pPr>
            <a:lvl8pPr lvl="7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8pPr>
            <a:lvl9pPr lvl="8" algn="ctr">
              <a:spcBef>
                <a:spcPts val="0"/>
              </a:spcBef>
              <a:spcAft>
                <a:spcPts val="0"/>
              </a:spcAft>
              <a:buSzPts val="17638"/>
              <a:buNone/>
              <a:defRPr sz="17638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836220" y="23542887"/>
            <a:ext cx="12740700" cy="103728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819"/>
              <a:buNone/>
              <a:defRPr sz="8819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15557480" y="6081470"/>
            <a:ext cx="12084900" cy="310356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indent="-708600" lvl="0" marL="457200">
              <a:spcBef>
                <a:spcPts val="0"/>
              </a:spcBef>
              <a:spcAft>
                <a:spcPts val="0"/>
              </a:spcAft>
              <a:buSzPts val="7559"/>
              <a:buChar char="●"/>
              <a:defRPr sz="7559"/>
            </a:lvl1pPr>
            <a:lvl2pPr indent="-601934" lvl="1" marL="9144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2pPr>
            <a:lvl3pPr indent="-601934" lvl="2" marL="13716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3pPr>
            <a:lvl4pPr indent="-601934" lvl="3" marL="18288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4pPr>
            <a:lvl5pPr indent="-601934" lvl="4" marL="22860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5pPr>
            <a:lvl6pPr indent="-601934" lvl="5" marL="27432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6pPr>
            <a:lvl7pPr indent="-601934" lvl="6" marL="3200400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7pPr>
            <a:lvl8pPr indent="-601934" lvl="7" marL="3657600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8pPr>
            <a:lvl9pPr indent="-601934" lvl="8" marL="4114800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981732" y="35532388"/>
            <a:ext cx="18894000" cy="50817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559"/>
              <a:buNone/>
              <a:defRPr sz="7559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981732" y="9290289"/>
            <a:ext cx="26836500" cy="16491900"/>
          </a:xfrm>
          <a:prstGeom prst="rect">
            <a:avLst/>
          </a:prstGeom>
        </p:spPr>
        <p:txBody>
          <a:bodyPr anchorCtr="0" anchor="b" bIns="383925" lIns="383925" spcFirstLastPara="1" rIns="383925" wrap="square" tIns="383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1pPr>
            <a:lvl2pPr lvl="1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2pPr>
            <a:lvl3pPr lvl="2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3pPr>
            <a:lvl4pPr lvl="3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4pPr>
            <a:lvl5pPr lvl="4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5pPr>
            <a:lvl6pPr lvl="5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6pPr>
            <a:lvl7pPr lvl="6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7pPr>
            <a:lvl8pPr lvl="7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8pPr>
            <a:lvl9pPr lvl="8" algn="ctr">
              <a:spcBef>
                <a:spcPts val="0"/>
              </a:spcBef>
              <a:spcAft>
                <a:spcPts val="0"/>
              </a:spcAft>
              <a:buSzPts val="50394"/>
              <a:buNone/>
              <a:defRPr sz="50394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981732" y="26475381"/>
            <a:ext cx="26836500" cy="10924800"/>
          </a:xfrm>
          <a:prstGeom prst="rect">
            <a:avLst/>
          </a:prstGeom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708600" lvl="0" marL="457200" algn="ctr">
              <a:spcBef>
                <a:spcPts val="0"/>
              </a:spcBef>
              <a:spcAft>
                <a:spcPts val="0"/>
              </a:spcAft>
              <a:buSzPts val="7559"/>
              <a:buChar char="●"/>
              <a:defRPr sz="7559"/>
            </a:lvl1pPr>
            <a:lvl2pPr indent="-601934" lvl="1" marL="914400" algn="ctr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2pPr>
            <a:lvl3pPr indent="-601934" lvl="2" marL="1371600" algn="ctr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3pPr>
            <a:lvl4pPr indent="-601934" lvl="3" marL="1828800" algn="ctr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4pPr>
            <a:lvl5pPr indent="-601934" lvl="4" marL="2286000" algn="ctr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5pPr>
            <a:lvl6pPr indent="-601934" lvl="5" marL="2743200" algn="ctr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6pPr>
            <a:lvl7pPr indent="-601934" lvl="6" marL="3200400" algn="ctr">
              <a:spcBef>
                <a:spcPts val="0"/>
              </a:spcBef>
              <a:spcAft>
                <a:spcPts val="0"/>
              </a:spcAft>
              <a:buSzPts val="5879"/>
              <a:buChar char="●"/>
              <a:defRPr sz="5879"/>
            </a:lvl7pPr>
            <a:lvl8pPr indent="-601934" lvl="7" marL="3657600" algn="ctr">
              <a:spcBef>
                <a:spcPts val="0"/>
              </a:spcBef>
              <a:spcAft>
                <a:spcPts val="0"/>
              </a:spcAft>
              <a:buSzPts val="5879"/>
              <a:buChar char="○"/>
              <a:defRPr sz="5879"/>
            </a:lvl8pPr>
            <a:lvl9pPr indent="-601934" lvl="8" marL="4114800" algn="ctr">
              <a:spcBef>
                <a:spcPts val="0"/>
              </a:spcBef>
              <a:spcAft>
                <a:spcPts val="0"/>
              </a:spcAft>
              <a:buSzPts val="5879"/>
              <a:buChar char="■"/>
              <a:defRPr sz="587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>
              <a:buNone/>
              <a:defRPr sz="4199"/>
            </a:lvl1pPr>
            <a:lvl2pPr lvl="1">
              <a:buNone/>
              <a:defRPr sz="4199"/>
            </a:lvl2pPr>
            <a:lvl3pPr lvl="2">
              <a:buNone/>
              <a:defRPr sz="4199"/>
            </a:lvl3pPr>
            <a:lvl4pPr lvl="3">
              <a:buNone/>
              <a:defRPr sz="4199"/>
            </a:lvl4pPr>
            <a:lvl5pPr lvl="4">
              <a:buNone/>
              <a:defRPr sz="4199"/>
            </a:lvl5pPr>
            <a:lvl6pPr lvl="5">
              <a:buNone/>
              <a:defRPr sz="4199"/>
            </a:lvl6pPr>
            <a:lvl7pPr lvl="6">
              <a:buNone/>
              <a:defRPr sz="4199"/>
            </a:lvl7pPr>
            <a:lvl8pPr lvl="7">
              <a:buNone/>
              <a:defRPr sz="4199"/>
            </a:lvl8pPr>
            <a:lvl9pPr lvl="8">
              <a:buNone/>
              <a:defRPr sz="4199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1306891" y="4305885"/>
            <a:ext cx="14811000" cy="297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2613781" y="7854548"/>
            <a:ext cx="12197400" cy="354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888888"/>
              </a:buClr>
              <a:buSzPts val="6299"/>
              <a:buNone/>
              <a:defRPr sz="6299"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rgbClr val="888888"/>
              </a:buClr>
              <a:buSzPts val="5459"/>
              <a:buNone/>
              <a:defRPr sz="5459"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619"/>
              <a:buNone/>
              <a:defRPr sz="4619"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871260" y="3234226"/>
            <a:ext cx="15683100" cy="9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361933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6299"/>
            </a:lvl1pPr>
            <a:lvl2pPr indent="-361933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5459"/>
            </a:lvl2pPr>
            <a:lvl3pPr indent="-361934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619"/>
            </a:lvl3pPr>
            <a:lvl4pPr indent="-361934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4199"/>
            </a:lvl4pPr>
            <a:lvl5pPr indent="-361934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4199"/>
            </a:lvl5pPr>
            <a:lvl6pPr indent="-361934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6pPr>
            <a:lvl7pPr indent="-361934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7pPr>
            <a:lvl8pPr indent="-361933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8pPr>
            <a:lvl9pPr indent="-361933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1376472" y="8906955"/>
            <a:ext cx="14811000" cy="27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979"/>
              <a:buFont typeface="Calibri"/>
              <a:buNone/>
              <a:defRPr b="1" sz="7979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1376472" y="5874870"/>
            <a:ext cx="14811000" cy="3031200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75" spcFirstLastPara="1" rIns="96475" wrap="square" tIns="48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4199"/>
              <a:buNone/>
              <a:defRPr sz="4199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3780"/>
              <a:buNone/>
              <a:defRPr sz="378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rgbClr val="888888"/>
              </a:buClr>
              <a:buSzPts val="3360"/>
              <a:buNone/>
              <a:defRPr sz="336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940"/>
              <a:buNone/>
              <a:defRPr sz="294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871260" y="3234226"/>
            <a:ext cx="7696200" cy="9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575267" lvl="0" marL="45720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5459"/>
              <a:buChar char="•"/>
              <a:defRPr sz="5459"/>
            </a:lvl1pPr>
            <a:lvl2pPr indent="-521933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Char char="–"/>
              <a:defRPr sz="4619"/>
            </a:lvl2pPr>
            <a:lvl3pPr indent="-495267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3pPr>
            <a:lvl4pPr indent="-468600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–"/>
              <a:defRPr sz="3780"/>
            </a:lvl4pPr>
            <a:lvl5pPr indent="-468600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»"/>
              <a:defRPr sz="3780"/>
            </a:lvl5pPr>
            <a:lvl6pPr indent="-468600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6pPr>
            <a:lvl7pPr indent="-468600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7pPr>
            <a:lvl8pPr indent="-468600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8pPr>
            <a:lvl9pPr indent="-468600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8857815" y="3234226"/>
            <a:ext cx="7696200" cy="9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575267" lvl="0" marL="45720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5459"/>
              <a:buChar char="•"/>
              <a:defRPr sz="5459"/>
            </a:lvl1pPr>
            <a:lvl2pPr indent="-521933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Char char="–"/>
              <a:defRPr sz="4619"/>
            </a:lvl2pPr>
            <a:lvl3pPr indent="-495267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3pPr>
            <a:lvl4pPr indent="-468600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–"/>
              <a:defRPr sz="3780"/>
            </a:lvl4pPr>
            <a:lvl5pPr indent="-468600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»"/>
              <a:defRPr sz="3780"/>
            </a:lvl5pPr>
            <a:lvl6pPr indent="-468600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6pPr>
            <a:lvl7pPr indent="-468600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7pPr>
            <a:lvl8pPr indent="-468600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8pPr>
            <a:lvl9pPr indent="-468600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19"/>
              <a:buFont typeface="Calibri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871260" y="3102676"/>
            <a:ext cx="76989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75" spcFirstLastPara="1" rIns="96475" wrap="square" tIns="48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None/>
              <a:defRPr b="1" sz="4619"/>
            </a:lvl1pPr>
            <a:lvl2pPr indent="-228600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None/>
              <a:defRPr b="1" sz="4199"/>
            </a:lvl2pPr>
            <a:lvl3pPr indent="-228600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b="1" sz="3780"/>
            </a:lvl3pPr>
            <a:lvl4pPr indent="-228600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4pPr>
            <a:lvl5pPr indent="-228600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5pPr>
            <a:lvl6pPr indent="-228600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6pPr>
            <a:lvl7pPr indent="-228600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7pPr>
            <a:lvl8pPr indent="-228600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8pPr>
            <a:lvl9pPr indent="-228600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871260" y="4395723"/>
            <a:ext cx="7698900" cy="7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521933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Char char="•"/>
              <a:defRPr sz="4619"/>
            </a:lvl1pPr>
            <a:lvl2pPr indent="-495267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–"/>
              <a:defRPr sz="4199"/>
            </a:lvl2pPr>
            <a:lvl3pPr indent="-468600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3pPr>
            <a:lvl4pPr indent="-441933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–"/>
              <a:defRPr sz="3360"/>
            </a:lvl4pPr>
            <a:lvl5pPr indent="-441933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»"/>
              <a:defRPr sz="3360"/>
            </a:lvl5pPr>
            <a:lvl6pPr indent="-441933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6pPr>
            <a:lvl7pPr indent="-441933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7pPr>
            <a:lvl8pPr indent="-441933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8pPr>
            <a:lvl9pPr indent="-441933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8851765" y="3102676"/>
            <a:ext cx="7701600" cy="1292700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75" spcFirstLastPara="1" rIns="96475" wrap="square" tIns="48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None/>
              <a:defRPr b="1" sz="4619"/>
            </a:lvl1pPr>
            <a:lvl2pPr indent="-228600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None/>
              <a:defRPr b="1" sz="4199"/>
            </a:lvl2pPr>
            <a:lvl3pPr indent="-228600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None/>
              <a:defRPr b="1" sz="3780"/>
            </a:lvl3pPr>
            <a:lvl4pPr indent="-228600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4pPr>
            <a:lvl5pPr indent="-228600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5pPr>
            <a:lvl6pPr indent="-228600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6pPr>
            <a:lvl7pPr indent="-228600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7pPr>
            <a:lvl8pPr indent="-228600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8pPr>
            <a:lvl9pPr indent="-228600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None/>
              <a:defRPr b="1" sz="336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8851765" y="4395723"/>
            <a:ext cx="7701600" cy="79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521933" lvl="0" marL="457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Char char="•"/>
              <a:defRPr sz="4619"/>
            </a:lvl1pPr>
            <a:lvl2pPr indent="-495267" lvl="1" marL="914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–"/>
              <a:defRPr sz="4199"/>
            </a:lvl2pPr>
            <a:lvl3pPr indent="-468600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780"/>
              <a:buChar char="•"/>
              <a:defRPr sz="3780"/>
            </a:lvl3pPr>
            <a:lvl4pPr indent="-441933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–"/>
              <a:defRPr sz="3360"/>
            </a:lvl4pPr>
            <a:lvl5pPr indent="-441933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»"/>
              <a:defRPr sz="3360"/>
            </a:lvl5pPr>
            <a:lvl6pPr indent="-441933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6pPr>
            <a:lvl7pPr indent="-441933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7pPr>
            <a:lvl8pPr indent="-441933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8pPr>
            <a:lvl9pPr indent="-441933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3360"/>
              <a:buChar char="•"/>
              <a:defRPr sz="336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871261" y="551872"/>
            <a:ext cx="5732700" cy="2349000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75" spcFirstLastPara="1" rIns="96475" wrap="square" tIns="48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Calibri"/>
              <a:buNone/>
              <a:defRPr b="1" sz="41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6812773" y="551873"/>
            <a:ext cx="9740700" cy="118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628600" lvl="0" marL="45720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6299"/>
              <a:buChar char="•"/>
              <a:defRPr sz="6299"/>
            </a:lvl1pPr>
            <a:lvl2pPr indent="-575267" lvl="1" marL="91440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5459"/>
              <a:buChar char="–"/>
              <a:defRPr sz="5459"/>
            </a:lvl2pPr>
            <a:lvl3pPr indent="-521933" lvl="2" marL="1371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Char char="•"/>
              <a:defRPr sz="4619"/>
            </a:lvl3pPr>
            <a:lvl4pPr indent="-495267" lvl="3" marL="1828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–"/>
              <a:defRPr sz="4199"/>
            </a:lvl4pPr>
            <a:lvl5pPr indent="-495267" lvl="4" marL="22860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»"/>
              <a:defRPr sz="4199"/>
            </a:lvl5pPr>
            <a:lvl6pPr indent="-495267" lvl="5" marL="27432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6pPr>
            <a:lvl7pPr indent="-495267" lvl="6" marL="32004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7pPr>
            <a:lvl8pPr indent="-495267" lvl="7" marL="36576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8pPr>
            <a:lvl9pPr indent="-495267" lvl="8" marL="411480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Char char="•"/>
              <a:defRPr sz="4199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871261" y="2900537"/>
            <a:ext cx="5732700" cy="94809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940"/>
              <a:buNone/>
              <a:defRPr sz="2940"/>
            </a:lvl1pPr>
            <a:lvl2pPr indent="-22860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indent="-228600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indent="-228600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4pPr>
            <a:lvl5pPr indent="-228600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5pPr>
            <a:lvl6pPr indent="-228600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6pPr>
            <a:lvl7pPr indent="-228600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7pPr>
            <a:lvl8pPr indent="-228600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8pPr>
            <a:lvl9pPr indent="-228600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3415464" y="9702677"/>
            <a:ext cx="10455000" cy="114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8200" lIns="96475" spcFirstLastPara="1" rIns="96475" wrap="square" tIns="482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Calibri"/>
              <a:buNone/>
              <a:defRPr b="1" sz="419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415464" y="1238503"/>
            <a:ext cx="10455000" cy="83169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415464" y="10848133"/>
            <a:ext cx="10455000" cy="16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940"/>
              <a:buNone/>
              <a:defRPr sz="2940"/>
            </a:lvl1pPr>
            <a:lvl2pPr indent="-228600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520"/>
              <a:buNone/>
              <a:defRPr sz="2520"/>
            </a:lvl2pPr>
            <a:lvl3pPr indent="-228600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/>
            </a:lvl3pPr>
            <a:lvl4pPr indent="-228600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4pPr>
            <a:lvl5pPr indent="-228600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5pPr>
            <a:lvl6pPr indent="-228600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6pPr>
            <a:lvl7pPr indent="-228600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7pPr>
            <a:lvl8pPr indent="-228600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8pPr>
            <a:lvl9pPr indent="-228600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  <a:defRPr sz="168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4138300" y="-33223"/>
            <a:ext cx="9148200" cy="156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361933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6299"/>
            </a:lvl1pPr>
            <a:lvl2pPr indent="-361933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5459"/>
            </a:lvl2pPr>
            <a:lvl3pPr indent="-361934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619"/>
            </a:lvl3pPr>
            <a:lvl4pPr indent="-361934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4199"/>
            </a:lvl4pPr>
            <a:lvl5pPr indent="-361934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4199"/>
            </a:lvl5pPr>
            <a:lvl6pPr indent="-361934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6pPr>
            <a:lvl7pPr indent="-361934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7pPr>
            <a:lvl8pPr indent="-361933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8pPr>
            <a:lvl9pPr indent="-361933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8680750" y="4507882"/>
            <a:ext cx="11826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8819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100"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694006" y="732232"/>
            <a:ext cx="11826000" cy="114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361933" lvl="0" marL="457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6299"/>
            </a:lvl1pPr>
            <a:lvl2pPr indent="-361933" lvl="1" marL="914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5459"/>
            </a:lvl2pPr>
            <a:lvl3pPr indent="-361934" lvl="2" marL="1371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619"/>
            </a:lvl3pPr>
            <a:lvl4pPr indent="-361934" lvl="3" marL="1828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4199"/>
            </a:lvl4pPr>
            <a:lvl5pPr indent="-361934" lvl="4" marL="22860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»"/>
              <a:defRPr sz="4199"/>
            </a:lvl5pPr>
            <a:lvl6pPr indent="-361934" lvl="5" marL="27432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6pPr>
            <a:lvl7pPr indent="-361934" lvl="6" marL="32004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7pPr>
            <a:lvl8pPr indent="-361933" lvl="7" marL="36576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8pPr>
            <a:lvl9pPr indent="-361933" lvl="8" marL="4114800" algn="l">
              <a:lnSpc>
                <a:spcPct val="100000"/>
              </a:lnSpc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4199"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252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80"/>
              <a:buNone/>
              <a:defRPr sz="3780"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981732" y="3737743"/>
            <a:ext cx="26836500" cy="480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925" lIns="383925" spcFirstLastPara="1" rIns="383925" wrap="square" tIns="383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759"/>
              <a:buNone/>
              <a:defRPr sz="11759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981732" y="9679580"/>
            <a:ext cx="26836500" cy="286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383925" lIns="383925" spcFirstLastPara="1" rIns="383925" wrap="square" tIns="383925">
            <a:normAutofit/>
          </a:bodyPr>
          <a:lstStyle>
            <a:lvl1pPr indent="-708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559"/>
              <a:buChar char="●"/>
              <a:defRPr sz="7559">
                <a:solidFill>
                  <a:schemeClr val="dk2"/>
                </a:solidFill>
              </a:defRPr>
            </a:lvl1pPr>
            <a:lvl2pPr indent="-601934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○"/>
              <a:defRPr sz="5879">
                <a:solidFill>
                  <a:schemeClr val="dk2"/>
                </a:solidFill>
              </a:defRPr>
            </a:lvl2pPr>
            <a:lvl3pPr indent="-601934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■"/>
              <a:defRPr sz="5879">
                <a:solidFill>
                  <a:schemeClr val="dk2"/>
                </a:solidFill>
              </a:defRPr>
            </a:lvl3pPr>
            <a:lvl4pPr indent="-601934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●"/>
              <a:defRPr sz="5879">
                <a:solidFill>
                  <a:schemeClr val="dk2"/>
                </a:solidFill>
              </a:defRPr>
            </a:lvl4pPr>
            <a:lvl5pPr indent="-601934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○"/>
              <a:defRPr sz="5879">
                <a:solidFill>
                  <a:schemeClr val="dk2"/>
                </a:solidFill>
              </a:defRPr>
            </a:lvl5pPr>
            <a:lvl6pPr indent="-601934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■"/>
              <a:defRPr sz="5879">
                <a:solidFill>
                  <a:schemeClr val="dk2"/>
                </a:solidFill>
              </a:defRPr>
            </a:lvl6pPr>
            <a:lvl7pPr indent="-601934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●"/>
              <a:defRPr sz="5879">
                <a:solidFill>
                  <a:schemeClr val="dk2"/>
                </a:solidFill>
              </a:defRPr>
            </a:lvl7pPr>
            <a:lvl8pPr indent="-601934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○"/>
              <a:defRPr sz="5879">
                <a:solidFill>
                  <a:schemeClr val="dk2"/>
                </a:solidFill>
              </a:defRPr>
            </a:lvl8pPr>
            <a:lvl9pPr indent="-601934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879"/>
              <a:buChar char="■"/>
              <a:defRPr sz="587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6684906" y="39166125"/>
            <a:ext cx="1728300" cy="33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83925" lIns="383925" spcFirstLastPara="1" rIns="383925" wrap="square" tIns="383925">
            <a:normAutofit/>
          </a:bodyPr>
          <a:lstStyle>
            <a:lvl1pPr lvl="0" algn="r">
              <a:buNone/>
              <a:defRPr sz="4199">
                <a:solidFill>
                  <a:schemeClr val="dk2"/>
                </a:solidFill>
              </a:defRPr>
            </a:lvl1pPr>
            <a:lvl2pPr lvl="1" algn="r">
              <a:buNone/>
              <a:defRPr sz="4199">
                <a:solidFill>
                  <a:schemeClr val="dk2"/>
                </a:solidFill>
              </a:defRPr>
            </a:lvl2pPr>
            <a:lvl3pPr lvl="2" algn="r">
              <a:buNone/>
              <a:defRPr sz="4199">
                <a:solidFill>
                  <a:schemeClr val="dk2"/>
                </a:solidFill>
              </a:defRPr>
            </a:lvl3pPr>
            <a:lvl4pPr lvl="3" algn="r">
              <a:buNone/>
              <a:defRPr sz="4199">
                <a:solidFill>
                  <a:schemeClr val="dk2"/>
                </a:solidFill>
              </a:defRPr>
            </a:lvl4pPr>
            <a:lvl5pPr lvl="4" algn="r">
              <a:buNone/>
              <a:defRPr sz="4199">
                <a:solidFill>
                  <a:schemeClr val="dk2"/>
                </a:solidFill>
              </a:defRPr>
            </a:lvl5pPr>
            <a:lvl6pPr lvl="5" algn="r">
              <a:buNone/>
              <a:defRPr sz="4199">
                <a:solidFill>
                  <a:schemeClr val="dk2"/>
                </a:solidFill>
              </a:defRPr>
            </a:lvl6pPr>
            <a:lvl7pPr lvl="6" algn="r">
              <a:buNone/>
              <a:defRPr sz="4199">
                <a:solidFill>
                  <a:schemeClr val="dk2"/>
                </a:solidFill>
              </a:defRPr>
            </a:lvl7pPr>
            <a:lvl8pPr lvl="7" algn="r">
              <a:buNone/>
              <a:defRPr sz="4199">
                <a:solidFill>
                  <a:schemeClr val="dk2"/>
                </a:solidFill>
              </a:defRPr>
            </a:lvl8pPr>
            <a:lvl9pPr lvl="8" algn="r">
              <a:buNone/>
              <a:defRPr sz="4199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871260" y="555081"/>
            <a:ext cx="15683100" cy="230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819"/>
              <a:buFont typeface="Calibri"/>
              <a:buNone/>
              <a:defRPr b="0" i="0" sz="88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871260" y="3234226"/>
            <a:ext cx="15683100" cy="91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8200" lIns="96475" spcFirstLastPara="1" rIns="96475" wrap="square" tIns="48200">
            <a:normAutofit/>
          </a:bodyPr>
          <a:lstStyle>
            <a:lvl1pPr indent="-628600" lvl="0" marL="4572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6299"/>
              <a:buFont typeface="Arial"/>
              <a:buChar char="•"/>
              <a:defRPr b="0" i="0" sz="62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575267" lvl="1" marL="914400" marR="0" rtl="0" algn="l">
              <a:lnSpc>
                <a:spcPct val="100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5459"/>
              <a:buFont typeface="Arial"/>
              <a:buChar char="–"/>
              <a:defRPr b="0" i="0" sz="545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521933" lvl="2" marL="13716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619"/>
              <a:buFont typeface="Arial"/>
              <a:buChar char="•"/>
              <a:defRPr b="0" i="0" sz="461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495267" lvl="3" marL="18288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–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495267" lvl="4" marL="22860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»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495267" lvl="5" marL="27432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•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495267" lvl="6" marL="32004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•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495267" lvl="7" marL="36576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•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495267" lvl="8" marL="4114800" marR="0" rtl="0" algn="l">
              <a:lnSpc>
                <a:spcPct val="100000"/>
              </a:lnSpc>
              <a:spcBef>
                <a:spcPts val="840"/>
              </a:spcBef>
              <a:spcAft>
                <a:spcPts val="0"/>
              </a:spcAft>
              <a:buClr>
                <a:schemeClr val="dk1"/>
              </a:buClr>
              <a:buSzPts val="4199"/>
              <a:buFont typeface="Arial"/>
              <a:buChar char="•"/>
              <a:defRPr b="0" i="0" sz="419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871261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5953613" y="12847063"/>
            <a:ext cx="5518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80"/>
              <a:buFont typeface="Arial"/>
              <a:buNone/>
              <a:defRPr b="0" i="0" sz="378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12488068" y="12847063"/>
            <a:ext cx="4065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8200" lIns="96475" spcFirstLastPara="1" rIns="96475" wrap="square" tIns="482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20"/>
              <a:buFont typeface="Arial"/>
              <a:buNone/>
              <a:defRPr b="0" i="0" sz="252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9" Type="http://schemas.openxmlformats.org/officeDocument/2006/relationships/image" Target="../media/image4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3.jp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44F37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25"/>
          <p:cNvGrpSpPr/>
          <p:nvPr/>
        </p:nvGrpSpPr>
        <p:grpSpPr>
          <a:xfrm>
            <a:off x="-234718" y="36272503"/>
            <a:ext cx="29324278" cy="6968084"/>
            <a:chOff x="0" y="-47625"/>
            <a:chExt cx="3032124" cy="655203"/>
          </a:xfrm>
        </p:grpSpPr>
        <p:sp>
          <p:nvSpPr>
            <p:cNvPr id="130" name="Google Shape;130;p25"/>
            <p:cNvSpPr/>
            <p:nvPr/>
          </p:nvSpPr>
          <p:spPr>
            <a:xfrm>
              <a:off x="0" y="0"/>
              <a:ext cx="3032124" cy="607578"/>
            </a:xfrm>
            <a:custGeom>
              <a:rect b="b" l="l" r="r" t="t"/>
              <a:pathLst>
                <a:path extrusionOk="0" h="607578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1" name="Google Shape;131;p25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2" name="Google Shape;132;p25"/>
          <p:cNvSpPr/>
          <p:nvPr/>
        </p:nvSpPr>
        <p:spPr>
          <a:xfrm>
            <a:off x="3163190" y="34829191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8200" lIns="96475" spcFirstLastPara="1" rIns="96475" wrap="square" tIns="4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9"/>
              <a:buFont typeface="Arial"/>
              <a:buNone/>
            </a:pPr>
            <a:r>
              <a:t/>
            </a:r>
            <a:endParaRPr b="0" i="0" sz="71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3" name="Google Shape;133;p25"/>
          <p:cNvGrpSpPr/>
          <p:nvPr/>
        </p:nvGrpSpPr>
        <p:grpSpPr>
          <a:xfrm>
            <a:off x="-234717" y="28799940"/>
            <a:ext cx="29303969" cy="9759750"/>
            <a:chOff x="0" y="-47625"/>
            <a:chExt cx="3163653" cy="917701"/>
          </a:xfrm>
        </p:grpSpPr>
        <p:sp>
          <p:nvSpPr>
            <p:cNvPr id="134" name="Google Shape;134;p25"/>
            <p:cNvSpPr/>
            <p:nvPr/>
          </p:nvSpPr>
          <p:spPr>
            <a:xfrm>
              <a:off x="0" y="0"/>
              <a:ext cx="3163653" cy="870076"/>
            </a:xfrm>
            <a:custGeom>
              <a:rect b="b" l="l" r="r" t="t"/>
              <a:pathLst>
                <a:path extrusionOk="0" h="870076" w="3163653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5" name="Google Shape;135;p25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l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6" name="Google Shape;136;p25"/>
          <p:cNvGrpSpPr/>
          <p:nvPr/>
        </p:nvGrpSpPr>
        <p:grpSpPr>
          <a:xfrm>
            <a:off x="-234716" y="21009980"/>
            <a:ext cx="29324751" cy="9460534"/>
            <a:chOff x="0" y="-47625"/>
            <a:chExt cx="3225442" cy="889566"/>
          </a:xfrm>
        </p:grpSpPr>
        <p:sp>
          <p:nvSpPr>
            <p:cNvPr id="137" name="Google Shape;137;p25"/>
            <p:cNvSpPr/>
            <p:nvPr/>
          </p:nvSpPr>
          <p:spPr>
            <a:xfrm>
              <a:off x="0" y="0"/>
              <a:ext cx="3225442" cy="841941"/>
            </a:xfrm>
            <a:custGeom>
              <a:rect b="b" l="l" r="r" t="t"/>
              <a:pathLst>
                <a:path extrusionOk="0" h="841941" w="3225442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8" name="Google Shape;138;p25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25"/>
          <p:cNvGrpSpPr/>
          <p:nvPr/>
        </p:nvGrpSpPr>
        <p:grpSpPr>
          <a:xfrm>
            <a:off x="-234717" y="15561141"/>
            <a:ext cx="29303356" cy="8372957"/>
            <a:chOff x="0" y="-47625"/>
            <a:chExt cx="3032124" cy="787302"/>
          </a:xfrm>
        </p:grpSpPr>
        <p:sp>
          <p:nvSpPr>
            <p:cNvPr id="140" name="Google Shape;140;p25"/>
            <p:cNvSpPr/>
            <p:nvPr/>
          </p:nvSpPr>
          <p:spPr>
            <a:xfrm>
              <a:off x="0" y="0"/>
              <a:ext cx="3032124" cy="739677"/>
            </a:xfrm>
            <a:custGeom>
              <a:rect b="b" l="l" r="r" t="t"/>
              <a:pathLst>
                <a:path extrusionOk="0" h="739677" w="3032124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1" name="Google Shape;141;p25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2" name="Google Shape;142;p25"/>
          <p:cNvGrpSpPr/>
          <p:nvPr/>
        </p:nvGrpSpPr>
        <p:grpSpPr>
          <a:xfrm>
            <a:off x="-234716" y="6816041"/>
            <a:ext cx="29304265" cy="9226118"/>
            <a:chOff x="0" y="-47625"/>
            <a:chExt cx="3218728" cy="867524"/>
          </a:xfrm>
        </p:grpSpPr>
        <p:sp>
          <p:nvSpPr>
            <p:cNvPr id="143" name="Google Shape;143;p25"/>
            <p:cNvSpPr/>
            <p:nvPr/>
          </p:nvSpPr>
          <p:spPr>
            <a:xfrm>
              <a:off x="0" y="0"/>
              <a:ext cx="3218728" cy="819899"/>
            </a:xfrm>
            <a:custGeom>
              <a:rect b="b" l="l" r="r" t="t"/>
              <a:pathLst>
                <a:path extrusionOk="0" h="819899" w="3218728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25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5" name="Google Shape;145;p25"/>
          <p:cNvGrpSpPr/>
          <p:nvPr/>
        </p:nvGrpSpPr>
        <p:grpSpPr>
          <a:xfrm>
            <a:off x="-234716" y="-573880"/>
            <a:ext cx="29324728" cy="9050023"/>
            <a:chOff x="0" y="-47625"/>
            <a:chExt cx="2755436" cy="850966"/>
          </a:xfrm>
        </p:grpSpPr>
        <p:sp>
          <p:nvSpPr>
            <p:cNvPr id="146" name="Google Shape;146;p25"/>
            <p:cNvSpPr/>
            <p:nvPr/>
          </p:nvSpPr>
          <p:spPr>
            <a:xfrm>
              <a:off x="0" y="0"/>
              <a:ext cx="2755436" cy="803341"/>
            </a:xfrm>
            <a:custGeom>
              <a:rect b="b" l="l" r="r" t="t"/>
              <a:pathLst>
                <a:path extrusionOk="0" h="803341" w="2755436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7" name="Google Shape;147;p25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850" lIns="93850" spcFirstLastPara="1" rIns="93850" wrap="square" tIns="938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8" name="Google Shape;148;p25"/>
          <p:cNvGrpSpPr/>
          <p:nvPr/>
        </p:nvGrpSpPr>
        <p:grpSpPr>
          <a:xfrm rot="-5400000">
            <a:off x="10819087" y="12920844"/>
            <a:ext cx="20463531" cy="13033753"/>
            <a:chOff x="0" y="-47625"/>
            <a:chExt cx="1922704" cy="1224620"/>
          </a:xfrm>
        </p:grpSpPr>
        <p:sp>
          <p:nvSpPr>
            <p:cNvPr id="149" name="Google Shape;149;p25"/>
            <p:cNvSpPr/>
            <p:nvPr/>
          </p:nvSpPr>
          <p:spPr>
            <a:xfrm>
              <a:off x="0" y="0"/>
              <a:ext cx="1922704" cy="1176995"/>
            </a:xfrm>
            <a:custGeom>
              <a:rect b="b" l="l" r="r" t="t"/>
              <a:pathLst>
                <a:path extrusionOk="0" h="1176995" w="1922704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cap="sq" cmpd="sng" w="800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0" name="Google Shape;150;p25"/>
            <p:cNvSpPr txBox="1"/>
            <p:nvPr/>
          </p:nvSpPr>
          <p:spPr>
            <a:xfrm>
              <a:off x="0" y="-47625"/>
              <a:ext cx="1922700" cy="1224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975" lIns="93975" spcFirstLastPara="1" rIns="93975" wrap="square" tIns="9397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25"/>
          <p:cNvGrpSpPr/>
          <p:nvPr/>
        </p:nvGrpSpPr>
        <p:grpSpPr>
          <a:xfrm>
            <a:off x="917500" y="30581650"/>
            <a:ext cx="13918907" cy="7570628"/>
            <a:chOff x="0" y="-28953"/>
            <a:chExt cx="1310027" cy="890034"/>
          </a:xfrm>
        </p:grpSpPr>
        <p:sp>
          <p:nvSpPr>
            <p:cNvPr id="152" name="Google Shape;152;p25"/>
            <p:cNvSpPr/>
            <p:nvPr/>
          </p:nvSpPr>
          <p:spPr>
            <a:xfrm>
              <a:off x="0" y="-28953"/>
              <a:ext cx="1302166" cy="849458"/>
            </a:xfrm>
            <a:custGeom>
              <a:rect b="b" l="l" r="r" t="t"/>
              <a:pathLst>
                <a:path extrusionOk="0" h="820732" w="1302166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cap="sq" cmpd="sng" w="800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8200" lIns="96375" spcFirstLastPara="1" rIns="963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25"/>
            <p:cNvSpPr txBox="1"/>
            <p:nvPr/>
          </p:nvSpPr>
          <p:spPr>
            <a:xfrm>
              <a:off x="7727" y="40281"/>
              <a:ext cx="1302300" cy="820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750" lIns="93750" spcFirstLastPara="1" rIns="93750" wrap="square" tIns="93750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25"/>
          <p:cNvGrpSpPr/>
          <p:nvPr/>
        </p:nvGrpSpPr>
        <p:grpSpPr>
          <a:xfrm>
            <a:off x="15403079" y="30138087"/>
            <a:ext cx="12527629" cy="8126059"/>
            <a:chOff x="0" y="-314078"/>
            <a:chExt cx="8764870" cy="5685342"/>
          </a:xfrm>
        </p:grpSpPr>
        <p:grpSp>
          <p:nvGrpSpPr>
            <p:cNvPr id="155" name="Google Shape;155;p25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56" name="Google Shape;156;p25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rect b="b" l="l" r="r" t="t"/>
                <a:pathLst>
                  <a:path extrusionOk="0" h="814469" w="1329056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cap="sq" cmpd="sng" w="80000">
                <a:solidFill>
                  <a:srgbClr val="000000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t" bIns="48200" lIns="96475" spcFirstLastPara="1" rIns="96475" wrap="square" tIns="482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39"/>
                  <a:buFont typeface="Arial"/>
                  <a:buNone/>
                </a:pPr>
                <a:r>
                  <a:t/>
                </a:r>
                <a:endParaRPr b="0" i="0" sz="713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25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02150" lIns="102150" spcFirstLastPara="1" rIns="102150" wrap="square" tIns="102150">
                <a:noAutofit/>
              </a:bodyPr>
              <a:lstStyle/>
              <a:p>
                <a:pPr indent="0" lvl="0" marL="0" marR="0" rtl="0" algn="ctr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7139"/>
                  <a:buFont typeface="Arial"/>
                  <a:buNone/>
                </a:pPr>
                <a:r>
                  <a:t/>
                </a:r>
                <a:endParaRPr b="0" i="0" sz="7139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58" name="Google Shape;158;p25"/>
            <p:cNvSpPr txBox="1"/>
            <p:nvPr/>
          </p:nvSpPr>
          <p:spPr>
            <a:xfrm>
              <a:off x="1064599" y="235141"/>
              <a:ext cx="6635700" cy="542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039"/>
                <a:buFont typeface="Arial"/>
                <a:buNone/>
              </a:pPr>
              <a:r>
                <a:rPr b="1" i="0" lang="pt-BR" sz="5039" u="none" cap="none" strike="noStrike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b="0" i="0" sz="168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9" name="Google Shape;159;p25"/>
          <p:cNvSpPr/>
          <p:nvPr/>
        </p:nvSpPr>
        <p:spPr>
          <a:xfrm>
            <a:off x="-916529" y="1525331"/>
            <a:ext cx="8568160" cy="2453356"/>
          </a:xfrm>
          <a:custGeom>
            <a:rect b="b" l="l" r="r" t="t"/>
            <a:pathLst>
              <a:path extrusionOk="0" h="1287851" w="4497722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8200" lIns="96475" spcFirstLastPara="1" rIns="96475" wrap="square" tIns="4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9"/>
              <a:buFont typeface="Arial"/>
              <a:buNone/>
            </a:pPr>
            <a:r>
              <a:t/>
            </a:r>
            <a:endParaRPr b="0" i="0" sz="71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25"/>
          <p:cNvSpPr/>
          <p:nvPr/>
        </p:nvSpPr>
        <p:spPr>
          <a:xfrm>
            <a:off x="3163190" y="-4997388"/>
            <a:ext cx="22761119" cy="14305961"/>
          </a:xfrm>
          <a:custGeom>
            <a:rect b="b" l="l" r="r" t="t"/>
            <a:pathLst>
              <a:path extrusionOk="0" h="7509691" w="11948094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 l="0" r="0" t="0"/>
            </a:stretch>
          </a:blipFill>
          <a:ln>
            <a:noFill/>
          </a:ln>
        </p:spPr>
        <p:txBody>
          <a:bodyPr anchorCtr="0" anchor="t" bIns="48200" lIns="96475" spcFirstLastPara="1" rIns="96475" wrap="square" tIns="4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9"/>
              <a:buFont typeface="Arial"/>
              <a:buNone/>
            </a:pPr>
            <a:r>
              <a:t/>
            </a:r>
            <a:endParaRPr b="0" i="0" sz="71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5"/>
          <p:cNvSpPr/>
          <p:nvPr/>
        </p:nvSpPr>
        <p:spPr>
          <a:xfrm>
            <a:off x="21013996" y="1711992"/>
            <a:ext cx="7225835" cy="2334237"/>
          </a:xfrm>
          <a:custGeom>
            <a:rect b="b" l="l" r="r" t="t"/>
            <a:pathLst>
              <a:path extrusionOk="0" h="1225321" w="3793089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8200" lIns="96475" spcFirstLastPara="1" rIns="96475" wrap="square" tIns="4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9"/>
              <a:buFont typeface="Arial"/>
              <a:buNone/>
            </a:pPr>
            <a:r>
              <a:t/>
            </a:r>
            <a:endParaRPr b="0" i="0" sz="71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5"/>
          <p:cNvSpPr txBox="1"/>
          <p:nvPr/>
        </p:nvSpPr>
        <p:spPr>
          <a:xfrm>
            <a:off x="5431978" y="12099702"/>
            <a:ext cx="4989900" cy="84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459"/>
              <a:buFont typeface="Arial"/>
              <a:buNone/>
            </a:pPr>
            <a:r>
              <a:rPr b="1" i="0" lang="pt-BR" sz="545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63" name="Google Shape;163;p25"/>
          <p:cNvGrpSpPr/>
          <p:nvPr/>
        </p:nvGrpSpPr>
        <p:grpSpPr>
          <a:xfrm rot="-5400000">
            <a:off x="2551231" y="7089276"/>
            <a:ext cx="10093169" cy="14355030"/>
            <a:chOff x="0" y="-47625"/>
            <a:chExt cx="958980" cy="1348764"/>
          </a:xfrm>
        </p:grpSpPr>
        <p:sp>
          <p:nvSpPr>
            <p:cNvPr id="164" name="Google Shape;164;p25"/>
            <p:cNvSpPr/>
            <p:nvPr/>
          </p:nvSpPr>
          <p:spPr>
            <a:xfrm>
              <a:off x="0" y="0"/>
              <a:ext cx="958980" cy="1301139"/>
            </a:xfrm>
            <a:custGeom>
              <a:rect b="b" l="l" r="r" t="t"/>
              <a:pathLst>
                <a:path extrusionOk="0" h="1301139" w="95898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800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5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975" lIns="93975" spcFirstLastPara="1" rIns="93975" wrap="square" tIns="9397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6" name="Google Shape;166;p25"/>
          <p:cNvGrpSpPr/>
          <p:nvPr/>
        </p:nvGrpSpPr>
        <p:grpSpPr>
          <a:xfrm rot="-5400000">
            <a:off x="2508367" y="17893141"/>
            <a:ext cx="9963719" cy="14355030"/>
            <a:chOff x="0" y="-47625"/>
            <a:chExt cx="936167" cy="1348764"/>
          </a:xfrm>
        </p:grpSpPr>
        <p:sp>
          <p:nvSpPr>
            <p:cNvPr id="167" name="Google Shape;167;p25"/>
            <p:cNvSpPr/>
            <p:nvPr/>
          </p:nvSpPr>
          <p:spPr>
            <a:xfrm>
              <a:off x="0" y="0"/>
              <a:ext cx="936167" cy="1301139"/>
            </a:xfrm>
            <a:custGeom>
              <a:rect b="b" l="l" r="r" t="t"/>
              <a:pathLst>
                <a:path extrusionOk="0" h="1301139" w="936167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cap="sq" cmpd="sng" w="80000">
              <a:solidFill>
                <a:srgbClr val="000000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t" bIns="48200" lIns="96475" spcFirstLastPara="1" rIns="96475" wrap="square" tIns="482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5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3975" lIns="93975" spcFirstLastPara="1" rIns="93975" wrap="square" tIns="93975">
              <a:noAutofit/>
            </a:bodyPr>
            <a:lstStyle/>
            <a:p>
              <a:pPr indent="0" lvl="0" marL="0" marR="0" rtl="0" algn="ctr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139"/>
                <a:buFont typeface="Arial"/>
                <a:buNone/>
              </a:pPr>
              <a:r>
                <a:t/>
              </a:r>
              <a:endParaRPr b="0" i="0" sz="7139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9" name="Google Shape;169;p25"/>
          <p:cNvSpPr/>
          <p:nvPr/>
        </p:nvSpPr>
        <p:spPr>
          <a:xfrm>
            <a:off x="22770090" y="37557796"/>
            <a:ext cx="5607114" cy="5640292"/>
          </a:xfrm>
          <a:custGeom>
            <a:rect b="b" l="l" r="r" t="t"/>
            <a:pathLst>
              <a:path extrusionOk="0" h="2960783" w="2943367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8200" lIns="96475" spcFirstLastPara="1" rIns="96475" wrap="square" tIns="48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139"/>
              <a:buFont typeface="Arial"/>
              <a:buNone/>
            </a:pPr>
            <a:r>
              <a:t/>
            </a:r>
            <a:endParaRPr b="0" i="0" sz="713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5"/>
          <p:cNvSpPr txBox="1"/>
          <p:nvPr/>
        </p:nvSpPr>
        <p:spPr>
          <a:xfrm>
            <a:off x="-1" y="4700099"/>
            <a:ext cx="28813200" cy="18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178"/>
              <a:buFont typeface="Arial"/>
              <a:buNone/>
            </a:pPr>
            <a:r>
              <a:rPr b="1" lang="pt-BR" sz="12178">
                <a:latin typeface="Open Sans"/>
                <a:ea typeface="Open Sans"/>
                <a:cs typeface="Open Sans"/>
                <a:sym typeface="Open Sans"/>
              </a:rPr>
              <a:t>	MAYA RPG- DevLeaders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5"/>
          <p:cNvSpPr txBox="1"/>
          <p:nvPr/>
        </p:nvSpPr>
        <p:spPr>
          <a:xfrm>
            <a:off x="2404733" y="6355495"/>
            <a:ext cx="24286200" cy="29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Luiz Henrique, Lúcio Vecchio, Gustavo Felizardo Pires e Gustavo Diniz Froes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Orientadores: </a:t>
            </a:r>
            <a:r>
              <a:rPr b="0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Victor Rosetti, Rodrigo da Rosa, Katia Bossi e Marco Aurélio</a:t>
            </a:r>
            <a:endParaRPr b="0" i="0" sz="2520" u="none" cap="none" strike="noStrike">
              <a:solidFill>
                <a:srgbClr val="F0F6FC"/>
              </a:solidFill>
              <a:highlight>
                <a:srgbClr val="0D1117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t/>
            </a:r>
            <a:endParaRPr b="0" i="0" sz="5039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15353066" y="15839399"/>
            <a:ext cx="12432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14834399" y="23069345"/>
            <a:ext cx="124329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2561410" y="30827921"/>
            <a:ext cx="101859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16608110" y="9550107"/>
            <a:ext cx="10186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2644264" y="9403884"/>
            <a:ext cx="10186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5"/>
          <p:cNvSpPr txBox="1"/>
          <p:nvPr/>
        </p:nvSpPr>
        <p:spPr>
          <a:xfrm>
            <a:off x="2644265" y="20206735"/>
            <a:ext cx="10186800" cy="7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15979514" y="31719391"/>
            <a:ext cx="11122200" cy="769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5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rPr b="0" i="0" lang="pt-BR" sz="32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BELINE, A. C.; SILVA, M. G. O impacto da digitalização e da tecnologia na gestão de clínicas de fisioterapia: uma revisão sistemática. Revista Brasileira de Gestão e Saúde, São Paulo, v. 12, n. 2, p. 45-60, 2024. </a:t>
            </a:r>
            <a:endParaRPr sz="326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sz="326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rPr b="0" i="0" lang="pt-BR" sz="32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SBIS. Sociedade Brasileira de Informática em Saúde. Manual de Certificação para Sistemas de Registro Eletrônico de Saúde (SRES). Versão 4.2. Campinas: SBIS, 2021. </a:t>
            </a:r>
            <a:endParaRPr b="0" i="0" sz="32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368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5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5"/>
          <p:cNvSpPr txBox="1"/>
          <p:nvPr/>
        </p:nvSpPr>
        <p:spPr>
          <a:xfrm>
            <a:off x="1595851" y="31719391"/>
            <a:ext cx="125622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5"/>
          <p:cNvSpPr txBox="1"/>
          <p:nvPr/>
        </p:nvSpPr>
        <p:spPr>
          <a:xfrm>
            <a:off x="1373225" y="10193975"/>
            <a:ext cx="12234000" cy="8571300"/>
          </a:xfrm>
          <a:prstGeom prst="rect">
            <a:avLst/>
          </a:prstGeom>
          <a:solidFill>
            <a:schemeClr val="lt1"/>
          </a:solidFill>
          <a:ln cap="flat" cmpd="sng" w="400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rPr b="0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 Clínica Maya Yoshiko Yamamoto sofre com registros manuais e mensagens dispersas, o que gera um "apagão" de informações:</a:t>
            </a:r>
            <a:endParaRPr b="0" i="0" sz="33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6667" lvl="0" marL="480000" marR="0" rtl="0" algn="l">
              <a:lnSpc>
                <a:spcPct val="115000"/>
              </a:lnSpc>
              <a:spcBef>
                <a:spcPts val="126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●"/>
            </a:pPr>
            <a:r>
              <a:rPr b="0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Risco à Segurança de Dados: A falta de um sistema estruturado fere as normas de integridade e sigilo necessárias para registros de saúde</a:t>
            </a:r>
            <a:r>
              <a:rPr b="1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(SBIS, 2021)</a:t>
            </a:r>
            <a:r>
              <a:rPr b="0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b="0" i="0" sz="33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6667" lvl="0" marL="4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●"/>
            </a:pPr>
            <a:r>
              <a:rPr b="0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Gestão Ineficiente: A ausência de tecnologia impacta negativamente a produtividade e a qualidade dos processos em clínicas de fisioterapia </a:t>
            </a:r>
            <a:r>
              <a:rPr b="1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(BELINE; SILVA, 2024).</a:t>
            </a:r>
            <a:endParaRPr b="1" i="0" sz="33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26667" lvl="0" marL="480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60"/>
              <a:buFont typeface="Arial"/>
              <a:buChar char="●"/>
            </a:pPr>
            <a:r>
              <a:rPr b="0" i="0" lang="pt-BR" sz="336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Perda de Rastreabilidade: O uso de controles manuais impede o monitoramento real da evolução do paciente e o planejamento eficaz de exercícios domiciliares.</a:t>
            </a:r>
            <a:endParaRPr b="0" i="0" sz="33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60"/>
              </a:spcBef>
              <a:spcAft>
                <a:spcPts val="1260"/>
              </a:spcAft>
              <a:buClr>
                <a:schemeClr val="dk1"/>
              </a:buClr>
              <a:buSzPts val="1260"/>
              <a:buFont typeface="Arial"/>
              <a:buNone/>
            </a:pPr>
            <a:r>
              <a:t/>
            </a:r>
            <a:endParaRPr b="0" i="0" sz="336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5"/>
          <p:cNvSpPr txBox="1"/>
          <p:nvPr/>
        </p:nvSpPr>
        <p:spPr>
          <a:xfrm>
            <a:off x="1226375" y="21145588"/>
            <a:ext cx="12527700" cy="81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Para resolver essa </a:t>
            </a: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necessidade</a:t>
            </a: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real, o grupo DevLeaders desenvolve o Sistema Maya Yamamoto RPG: uma solução digital integrada composta por três módulos complementares: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●</a:t>
            </a:r>
            <a:r>
              <a:rPr b="1"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Aplicativo Mobile (paciente):</a:t>
            </a: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permite ao paciente acessar o plano de exercícios prescrito (com vídeos e imagens), registrar a execução das atividades, acompanhar sua própria evolução e receber lembretes de rotina. 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●</a:t>
            </a:r>
            <a:r>
              <a:rPr b="1"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Módulo Web (profissional/admin):</a:t>
            </a: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painel completo para a fisioterapeuta gerenciar pacientes, abrir e consultar prontuários eletrônicos, cadastrar exercícios, realizar prescrições individualizadas e acompanhar indicadores de adesão e evolução. 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● </a:t>
            </a:r>
            <a:r>
              <a:rPr b="1"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Backend- Banco </a:t>
            </a:r>
            <a:r>
              <a:rPr b="1"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 D</a:t>
            </a:r>
            <a:r>
              <a:rPr b="1"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ados:</a:t>
            </a: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camada de serviços responsável pela autenticação, regras de negócio, persistência dos dados e integração entre o aplicativo mobile e o módulo web.</a:t>
            </a:r>
            <a:endParaRPr sz="3300"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5"/>
          <p:cNvSpPr txBox="1"/>
          <p:nvPr/>
        </p:nvSpPr>
        <p:spPr>
          <a:xfrm>
            <a:off x="136931" y="39681259"/>
            <a:ext cx="28242600" cy="186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1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IV SEMANA FECAP DE TECNOLOGIA - 2026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39"/>
              <a:buFont typeface="Arial"/>
              <a:buNone/>
            </a:pPr>
            <a:r>
              <a:rPr b="0" i="0" lang="pt-BR" sz="5039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 Escola de Comércio Álvares Penteado - FECAP</a:t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5"/>
          <p:cNvSpPr txBox="1"/>
          <p:nvPr/>
        </p:nvSpPr>
        <p:spPr>
          <a:xfrm>
            <a:off x="15749209" y="10488528"/>
            <a:ext cx="11904600" cy="6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Gestão Centralizada (Web): Digitalização completa do cadastro de pacientes e da biblioteca de exercícios, garantindo rastreabilidade de dados e eliminando o uso de registros físicos.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Acesso Direto ao Tratamento (Mobile): Entrega de planos de RPG personalizados via aplicativo, estabelecendo um canal de comunicação íntegro e seguro entre fisioterapeuta e usuário.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38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Char char="●"/>
            </a:pPr>
            <a:r>
              <a:rPr lang="pt-BR" sz="33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Monitoramento de Adesão: Implementação do check-in diário, permitindo o acompanhamento da evolução em tempo real e a realização de ajustes terapêuticos baseados em dados concretos de execução.</a:t>
            </a:r>
            <a:endParaRPr sz="33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4" name="Google Shape;184;p25"/>
          <p:cNvSpPr txBox="1"/>
          <p:nvPr/>
        </p:nvSpPr>
        <p:spPr>
          <a:xfrm>
            <a:off x="15714607" y="24195460"/>
            <a:ext cx="11652300" cy="2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80"/>
              <a:buFont typeface="Arial"/>
              <a:buNone/>
            </a:pPr>
            <a:r>
              <a:t/>
            </a:r>
            <a:endParaRPr b="0" i="0" sz="16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5"/>
          <p:cNvSpPr txBox="1"/>
          <p:nvPr/>
        </p:nvSpPr>
        <p:spPr>
          <a:xfrm>
            <a:off x="1702038" y="32864358"/>
            <a:ext cx="11904600" cy="310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6475" lIns="96475" spcFirstLastPara="1" rIns="96475" wrap="square" tIns="96475">
            <a:spAutoFit/>
          </a:bodyPr>
          <a:lstStyle/>
          <a:p>
            <a:pPr indent="-453333" lvl="0" marL="96000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Open Sans"/>
              <a:buChar char="●"/>
            </a:pPr>
            <a:r>
              <a:rPr b="0" i="0" lang="pt-BR" sz="378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Desenvolvimento Mobile: Java e Android Studio.</a:t>
            </a:r>
            <a:endParaRPr b="0" i="0" sz="378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33" lvl="0" marL="96000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Open Sans"/>
              <a:buChar char="●"/>
            </a:pPr>
            <a:r>
              <a:rPr b="0" i="0" lang="pt-BR" sz="378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Desenvolvimento Web: React, </a:t>
            </a:r>
            <a:r>
              <a:rPr lang="pt-BR" sz="37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TypeScript</a:t>
            </a:r>
            <a:r>
              <a:rPr b="0" i="0" lang="pt-BR" sz="378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e CSS.</a:t>
            </a:r>
            <a:endParaRPr b="0" i="0" sz="378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33" lvl="0" marL="96000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Open Sans"/>
              <a:buChar char="●"/>
            </a:pPr>
            <a:r>
              <a:rPr b="0" i="0" lang="pt-BR" sz="378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Backend e API: Node.js.</a:t>
            </a:r>
            <a:endParaRPr b="0" i="0" sz="378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-453333" lvl="0" marL="96000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80"/>
              <a:buFont typeface="Open Sans"/>
              <a:buChar char="●"/>
            </a:pPr>
            <a:r>
              <a:rPr b="0" i="0" lang="pt-BR" sz="3780" u="none" cap="none" strike="noStrike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Infraestrutura e Banco de Dados: </a:t>
            </a:r>
            <a:r>
              <a:rPr lang="pt-BR" sz="378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PostgreSQL, e hospedado no Neon</a:t>
            </a:r>
            <a:endParaRPr b="0" i="0" sz="3780" u="none" cap="none" strike="noStrike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6" name="Google Shape;186;p25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7" name="Google Shape;187;p2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714600" y="23069350"/>
            <a:ext cx="3334925" cy="66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5" title="image (1).png"/>
          <p:cNvPicPr preferRelativeResize="0"/>
          <p:nvPr/>
        </p:nvPicPr>
        <p:blipFill rotWithShape="1">
          <a:blip r:embed="rId8">
            <a:alphaModFix/>
          </a:blip>
          <a:srcRect b="-34662" l="0" r="-34662" t="0"/>
          <a:stretch/>
        </p:blipFill>
        <p:spPr>
          <a:xfrm>
            <a:off x="15714600" y="17579375"/>
            <a:ext cx="14791358" cy="688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5"/>
          <p:cNvPicPr preferRelativeResize="0"/>
          <p:nvPr/>
        </p:nvPicPr>
        <p:blipFill rotWithShape="1">
          <a:blip r:embed="rId9">
            <a:alphaModFix/>
          </a:blip>
          <a:srcRect b="7380" l="0" r="0" t="-7380"/>
          <a:stretch/>
        </p:blipFill>
        <p:spPr>
          <a:xfrm>
            <a:off x="23117075" y="22511938"/>
            <a:ext cx="3334924" cy="7227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